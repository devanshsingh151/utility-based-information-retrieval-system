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sldIdLst>
    <p:sldId id="371" r:id="rId2"/>
    <p:sldId id="373" r:id="rId3"/>
    <p:sldId id="391" r:id="rId4"/>
    <p:sldId id="390" r:id="rId5"/>
    <p:sldId id="392" r:id="rId6"/>
    <p:sldId id="393" r:id="rId7"/>
    <p:sldId id="396" r:id="rId8"/>
    <p:sldId id="397" r:id="rId9"/>
    <p:sldId id="398" r:id="rId10"/>
    <p:sldId id="399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4" r:id="rId22"/>
    <p:sldId id="415" r:id="rId23"/>
    <p:sldId id="289" r:id="rId24"/>
  </p:sldIdLst>
  <p:sldSz cx="12192000" cy="6858000"/>
  <p:notesSz cx="6858000" cy="9144000"/>
  <p:embeddedFontLst>
    <p:embeddedFont>
      <p:font typeface="Nunito Sans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1191D-78F6-4F2D-840A-B7370482FFC1}" v="5" dt="2026-02-02T06:15:39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7" autoAdjust="0"/>
    <p:restoredTop sz="64516" autoAdjust="0"/>
  </p:normalViewPr>
  <p:slideViewPr>
    <p:cSldViewPr>
      <p:cViewPr varScale="1">
        <p:scale>
          <a:sx n="45" d="100"/>
          <a:sy n="45" d="100"/>
        </p:scale>
        <p:origin x="48" y="14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232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er 03" userId="146907e377e94744" providerId="LiveId" clId="{97F4F23F-319C-4BFF-9AD2-E0DDF00ACD0A}"/>
    <pc:docChg chg="undo redo custSel addSld delSld modSld">
      <pc:chgData name="Loner 03" userId="146907e377e94744" providerId="LiveId" clId="{97F4F23F-319C-4BFF-9AD2-E0DDF00ACD0A}" dt="2026-02-02T06:16:44.809" v="129" actId="6549"/>
      <pc:docMkLst>
        <pc:docMk/>
      </pc:docMkLst>
      <pc:sldChg chg="del">
        <pc:chgData name="Loner 03" userId="146907e377e94744" providerId="LiveId" clId="{97F4F23F-319C-4BFF-9AD2-E0DDF00ACD0A}" dt="2026-02-02T06:03:11.284" v="2" actId="47"/>
        <pc:sldMkLst>
          <pc:docMk/>
          <pc:sldMk cId="2073866575" sldId="356"/>
        </pc:sldMkLst>
      </pc:sldChg>
      <pc:sldChg chg="del">
        <pc:chgData name="Loner 03" userId="146907e377e94744" providerId="LiveId" clId="{97F4F23F-319C-4BFF-9AD2-E0DDF00ACD0A}" dt="2026-02-02T06:03:02.680" v="1" actId="47"/>
        <pc:sldMkLst>
          <pc:docMk/>
          <pc:sldMk cId="3404745009" sldId="372"/>
        </pc:sldMkLst>
      </pc:sldChg>
      <pc:sldChg chg="del">
        <pc:chgData name="Loner 03" userId="146907e377e94744" providerId="LiveId" clId="{97F4F23F-319C-4BFF-9AD2-E0DDF00ACD0A}" dt="2026-02-02T06:02:57.942" v="0" actId="47"/>
        <pc:sldMkLst>
          <pc:docMk/>
          <pc:sldMk cId="1584899791" sldId="374"/>
        </pc:sldMkLst>
      </pc:sldChg>
      <pc:sldChg chg="del">
        <pc:chgData name="Loner 03" userId="146907e377e94744" providerId="LiveId" clId="{97F4F23F-319C-4BFF-9AD2-E0DDF00ACD0A}" dt="2026-02-02T06:03:12.273" v="3" actId="47"/>
        <pc:sldMkLst>
          <pc:docMk/>
          <pc:sldMk cId="2700785942" sldId="385"/>
        </pc:sldMkLst>
      </pc:sldChg>
      <pc:sldChg chg="modSp del mod">
        <pc:chgData name="Loner 03" userId="146907e377e94744" providerId="LiveId" clId="{97F4F23F-319C-4BFF-9AD2-E0DDF00ACD0A}" dt="2026-02-02T06:03:25.605" v="5" actId="47"/>
        <pc:sldMkLst>
          <pc:docMk/>
          <pc:sldMk cId="2263231304" sldId="386"/>
        </pc:sldMkLst>
        <pc:spChg chg="mod">
          <ac:chgData name="Loner 03" userId="146907e377e94744" providerId="LiveId" clId="{97F4F23F-319C-4BFF-9AD2-E0DDF00ACD0A}" dt="2026-02-02T06:03:22.163" v="4" actId="6549"/>
          <ac:spMkLst>
            <pc:docMk/>
            <pc:sldMk cId="2263231304" sldId="386"/>
            <ac:spMk id="4" creationId="{657F78D2-F747-9026-F4FE-569D6EC92AAA}"/>
          </ac:spMkLst>
        </pc:spChg>
      </pc:sldChg>
      <pc:sldChg chg="del">
        <pc:chgData name="Loner 03" userId="146907e377e94744" providerId="LiveId" clId="{97F4F23F-319C-4BFF-9AD2-E0DDF00ACD0A}" dt="2026-02-02T06:03:26.228" v="6" actId="47"/>
        <pc:sldMkLst>
          <pc:docMk/>
          <pc:sldMk cId="1542482581" sldId="387"/>
        </pc:sldMkLst>
      </pc:sldChg>
      <pc:sldChg chg="del">
        <pc:chgData name="Loner 03" userId="146907e377e94744" providerId="LiveId" clId="{97F4F23F-319C-4BFF-9AD2-E0DDF00ACD0A}" dt="2026-02-02T06:03:28.207" v="7" actId="47"/>
        <pc:sldMkLst>
          <pc:docMk/>
          <pc:sldMk cId="2789854345" sldId="388"/>
        </pc:sldMkLst>
      </pc:sldChg>
      <pc:sldChg chg="del">
        <pc:chgData name="Loner 03" userId="146907e377e94744" providerId="LiveId" clId="{97F4F23F-319C-4BFF-9AD2-E0DDF00ACD0A}" dt="2026-02-02T06:03:28.576" v="8" actId="47"/>
        <pc:sldMkLst>
          <pc:docMk/>
          <pc:sldMk cId="713176440" sldId="389"/>
        </pc:sldMkLst>
      </pc:sldChg>
      <pc:sldChg chg="modSp mod">
        <pc:chgData name="Loner 03" userId="146907e377e94744" providerId="LiveId" clId="{97F4F23F-319C-4BFF-9AD2-E0DDF00ACD0A}" dt="2026-02-02T06:05:29.449" v="23" actId="20577"/>
        <pc:sldMkLst>
          <pc:docMk/>
          <pc:sldMk cId="3476698059" sldId="391"/>
        </pc:sldMkLst>
        <pc:spChg chg="mod">
          <ac:chgData name="Loner 03" userId="146907e377e94744" providerId="LiveId" clId="{97F4F23F-319C-4BFF-9AD2-E0DDF00ACD0A}" dt="2026-02-02T06:05:29.449" v="23" actId="20577"/>
          <ac:spMkLst>
            <pc:docMk/>
            <pc:sldMk cId="3476698059" sldId="391"/>
            <ac:spMk id="4" creationId="{69796F1E-9BB8-7891-8466-4231389422A5}"/>
          </ac:spMkLst>
        </pc:spChg>
      </pc:sldChg>
      <pc:sldChg chg="modSp mod">
        <pc:chgData name="Loner 03" userId="146907e377e94744" providerId="LiveId" clId="{97F4F23F-319C-4BFF-9AD2-E0DDF00ACD0A}" dt="2026-02-02T06:05:36.054" v="25" actId="20577"/>
        <pc:sldMkLst>
          <pc:docMk/>
          <pc:sldMk cId="3888802526" sldId="392"/>
        </pc:sldMkLst>
        <pc:spChg chg="mod">
          <ac:chgData name="Loner 03" userId="146907e377e94744" providerId="LiveId" clId="{97F4F23F-319C-4BFF-9AD2-E0DDF00ACD0A}" dt="2026-02-02T06:05:36.054" v="25" actId="20577"/>
          <ac:spMkLst>
            <pc:docMk/>
            <pc:sldMk cId="3888802526" sldId="392"/>
            <ac:spMk id="4" creationId="{9913C9AC-07BB-E20F-AA8E-C99FC25C8550}"/>
          </ac:spMkLst>
        </pc:spChg>
      </pc:sldChg>
      <pc:sldChg chg="del">
        <pc:chgData name="Loner 03" userId="146907e377e94744" providerId="LiveId" clId="{97F4F23F-319C-4BFF-9AD2-E0DDF00ACD0A}" dt="2026-02-02T06:03:59.398" v="9" actId="47"/>
        <pc:sldMkLst>
          <pc:docMk/>
          <pc:sldMk cId="1344872732" sldId="394"/>
        </pc:sldMkLst>
      </pc:sldChg>
      <pc:sldChg chg="del">
        <pc:chgData name="Loner 03" userId="146907e377e94744" providerId="LiveId" clId="{97F4F23F-319C-4BFF-9AD2-E0DDF00ACD0A}" dt="2026-02-02T06:03:59.960" v="10" actId="47"/>
        <pc:sldMkLst>
          <pc:docMk/>
          <pc:sldMk cId="561143712" sldId="395"/>
        </pc:sldMkLst>
      </pc:sldChg>
      <pc:sldChg chg="modSp mod">
        <pc:chgData name="Loner 03" userId="146907e377e94744" providerId="LiveId" clId="{97F4F23F-319C-4BFF-9AD2-E0DDF00ACD0A}" dt="2026-02-02T06:05:42.761" v="27" actId="20577"/>
        <pc:sldMkLst>
          <pc:docMk/>
          <pc:sldMk cId="1379667156" sldId="396"/>
        </pc:sldMkLst>
        <pc:spChg chg="mod">
          <ac:chgData name="Loner 03" userId="146907e377e94744" providerId="LiveId" clId="{97F4F23F-319C-4BFF-9AD2-E0DDF00ACD0A}" dt="2026-02-02T06:05:42.761" v="27" actId="20577"/>
          <ac:spMkLst>
            <pc:docMk/>
            <pc:sldMk cId="1379667156" sldId="396"/>
            <ac:spMk id="4" creationId="{0AB51DB0-5A1F-49B8-D6A2-9F4D129E03B3}"/>
          </ac:spMkLst>
        </pc:spChg>
      </pc:sldChg>
      <pc:sldChg chg="modSp mod">
        <pc:chgData name="Loner 03" userId="146907e377e94744" providerId="LiveId" clId="{97F4F23F-319C-4BFF-9AD2-E0DDF00ACD0A}" dt="2026-02-02T06:05:49.418" v="29" actId="20577"/>
        <pc:sldMkLst>
          <pc:docMk/>
          <pc:sldMk cId="969407876" sldId="398"/>
        </pc:sldMkLst>
        <pc:spChg chg="mod">
          <ac:chgData name="Loner 03" userId="146907e377e94744" providerId="LiveId" clId="{97F4F23F-319C-4BFF-9AD2-E0DDF00ACD0A}" dt="2026-02-02T06:05:49.418" v="29" actId="20577"/>
          <ac:spMkLst>
            <pc:docMk/>
            <pc:sldMk cId="969407876" sldId="398"/>
            <ac:spMk id="4" creationId="{5CD268CC-2089-18C7-47B3-267D3C26719B}"/>
          </ac:spMkLst>
        </pc:spChg>
      </pc:sldChg>
      <pc:sldChg chg="del">
        <pc:chgData name="Loner 03" userId="146907e377e94744" providerId="LiveId" clId="{97F4F23F-319C-4BFF-9AD2-E0DDF00ACD0A}" dt="2026-02-02T06:04:09.388" v="11" actId="47"/>
        <pc:sldMkLst>
          <pc:docMk/>
          <pc:sldMk cId="2156113864" sldId="400"/>
        </pc:sldMkLst>
      </pc:sldChg>
      <pc:sldChg chg="add del">
        <pc:chgData name="Loner 03" userId="146907e377e94744" providerId="LiveId" clId="{97F4F23F-319C-4BFF-9AD2-E0DDF00ACD0A}" dt="2026-02-02T06:04:39.690" v="18" actId="47"/>
        <pc:sldMkLst>
          <pc:docMk/>
          <pc:sldMk cId="29371083" sldId="401"/>
        </pc:sldMkLst>
      </pc:sldChg>
      <pc:sldChg chg="modSp mod">
        <pc:chgData name="Loner 03" userId="146907e377e94744" providerId="LiveId" clId="{97F4F23F-319C-4BFF-9AD2-E0DDF00ACD0A}" dt="2026-02-02T06:05:57.348" v="30" actId="20577"/>
        <pc:sldMkLst>
          <pc:docMk/>
          <pc:sldMk cId="700784821" sldId="402"/>
        </pc:sldMkLst>
        <pc:spChg chg="mod">
          <ac:chgData name="Loner 03" userId="146907e377e94744" providerId="LiveId" clId="{97F4F23F-319C-4BFF-9AD2-E0DDF00ACD0A}" dt="2026-02-02T06:05:57.348" v="30" actId="20577"/>
          <ac:spMkLst>
            <pc:docMk/>
            <pc:sldMk cId="700784821" sldId="402"/>
            <ac:spMk id="4" creationId="{DA5D2339-F3A1-8FDF-94FE-0386808B0E57}"/>
          </ac:spMkLst>
        </pc:spChg>
      </pc:sldChg>
      <pc:sldChg chg="modSp mod">
        <pc:chgData name="Loner 03" userId="146907e377e94744" providerId="LiveId" clId="{97F4F23F-319C-4BFF-9AD2-E0DDF00ACD0A}" dt="2026-02-02T06:06:03.410" v="31" actId="20577"/>
        <pc:sldMkLst>
          <pc:docMk/>
          <pc:sldMk cId="1849489544" sldId="404"/>
        </pc:sldMkLst>
        <pc:spChg chg="mod">
          <ac:chgData name="Loner 03" userId="146907e377e94744" providerId="LiveId" clId="{97F4F23F-319C-4BFF-9AD2-E0DDF00ACD0A}" dt="2026-02-02T06:06:03.410" v="31" actId="20577"/>
          <ac:spMkLst>
            <pc:docMk/>
            <pc:sldMk cId="1849489544" sldId="404"/>
            <ac:spMk id="4" creationId="{AC95BEC2-41EC-66F7-4EF2-EAA869992CB9}"/>
          </ac:spMkLst>
        </pc:spChg>
      </pc:sldChg>
      <pc:sldChg chg="modSp add del mod">
        <pc:chgData name="Loner 03" userId="146907e377e94744" providerId="LiveId" clId="{97F4F23F-319C-4BFF-9AD2-E0DDF00ACD0A}" dt="2026-02-02T06:06:09.808" v="32" actId="20577"/>
        <pc:sldMkLst>
          <pc:docMk/>
          <pc:sldMk cId="1291179378" sldId="406"/>
        </pc:sldMkLst>
        <pc:spChg chg="mod">
          <ac:chgData name="Loner 03" userId="146907e377e94744" providerId="LiveId" clId="{97F4F23F-319C-4BFF-9AD2-E0DDF00ACD0A}" dt="2026-02-02T06:06:09.808" v="32" actId="20577"/>
          <ac:spMkLst>
            <pc:docMk/>
            <pc:sldMk cId="1291179378" sldId="406"/>
            <ac:spMk id="4" creationId="{2490B441-104B-E487-87AA-1C59DDA56F17}"/>
          </ac:spMkLst>
        </pc:spChg>
      </pc:sldChg>
      <pc:sldChg chg="add del">
        <pc:chgData name="Loner 03" userId="146907e377e94744" providerId="LiveId" clId="{97F4F23F-319C-4BFF-9AD2-E0DDF00ACD0A}" dt="2026-02-02T06:04:25.686" v="15" actId="47"/>
        <pc:sldMkLst>
          <pc:docMk/>
          <pc:sldMk cId="651862296" sldId="407"/>
        </pc:sldMkLst>
      </pc:sldChg>
      <pc:sldChg chg="modSp mod">
        <pc:chgData name="Loner 03" userId="146907e377e94744" providerId="LiveId" clId="{97F4F23F-319C-4BFF-9AD2-E0DDF00ACD0A}" dt="2026-02-02T06:06:18.035" v="33" actId="20577"/>
        <pc:sldMkLst>
          <pc:docMk/>
          <pc:sldMk cId="354455682" sldId="410"/>
        </pc:sldMkLst>
        <pc:spChg chg="mod">
          <ac:chgData name="Loner 03" userId="146907e377e94744" providerId="LiveId" clId="{97F4F23F-319C-4BFF-9AD2-E0DDF00ACD0A}" dt="2026-02-02T06:06:18.035" v="33" actId="20577"/>
          <ac:spMkLst>
            <pc:docMk/>
            <pc:sldMk cId="354455682" sldId="410"/>
            <ac:spMk id="4" creationId="{7C429777-880C-FCA9-5D50-51B8D031D275}"/>
          </ac:spMkLst>
        </pc:spChg>
      </pc:sldChg>
      <pc:sldChg chg="del">
        <pc:chgData name="Loner 03" userId="146907e377e94744" providerId="LiveId" clId="{97F4F23F-319C-4BFF-9AD2-E0DDF00ACD0A}" dt="2026-02-02T06:05:10.380" v="19" actId="47"/>
        <pc:sldMkLst>
          <pc:docMk/>
          <pc:sldMk cId="2254165784" sldId="412"/>
        </pc:sldMkLst>
      </pc:sldChg>
      <pc:sldChg chg="del">
        <pc:chgData name="Loner 03" userId="146907e377e94744" providerId="LiveId" clId="{97F4F23F-319C-4BFF-9AD2-E0DDF00ACD0A}" dt="2026-02-02T06:05:11.320" v="20" actId="47"/>
        <pc:sldMkLst>
          <pc:docMk/>
          <pc:sldMk cId="2348132134" sldId="413"/>
        </pc:sldMkLst>
      </pc:sldChg>
      <pc:sldChg chg="modSp mod">
        <pc:chgData name="Loner 03" userId="146907e377e94744" providerId="LiveId" clId="{97F4F23F-319C-4BFF-9AD2-E0DDF00ACD0A}" dt="2026-02-02T06:06:33.679" v="34" actId="20577"/>
        <pc:sldMkLst>
          <pc:docMk/>
          <pc:sldMk cId="1621316376" sldId="414"/>
        </pc:sldMkLst>
        <pc:spChg chg="mod">
          <ac:chgData name="Loner 03" userId="146907e377e94744" providerId="LiveId" clId="{97F4F23F-319C-4BFF-9AD2-E0DDF00ACD0A}" dt="2026-02-02T06:06:33.679" v="34" actId="20577"/>
          <ac:spMkLst>
            <pc:docMk/>
            <pc:sldMk cId="1621316376" sldId="414"/>
            <ac:spMk id="4" creationId="{A0E1D6C1-7D86-0889-E985-8C1E2C51499E}"/>
          </ac:spMkLst>
        </pc:spChg>
      </pc:sldChg>
      <pc:sldChg chg="del">
        <pc:chgData name="Loner 03" userId="146907e377e94744" providerId="LiveId" clId="{97F4F23F-319C-4BFF-9AD2-E0DDF00ACD0A}" dt="2026-02-02T06:05:22.093" v="21" actId="47"/>
        <pc:sldMkLst>
          <pc:docMk/>
          <pc:sldMk cId="427913241" sldId="415"/>
        </pc:sldMkLst>
      </pc:sldChg>
      <pc:sldChg chg="addSp delSp modSp new mod modNotesTx">
        <pc:chgData name="Loner 03" userId="146907e377e94744" providerId="LiveId" clId="{97F4F23F-319C-4BFF-9AD2-E0DDF00ACD0A}" dt="2026-02-02T06:16:44.809" v="129" actId="6549"/>
        <pc:sldMkLst>
          <pc:docMk/>
          <pc:sldMk cId="475169642" sldId="415"/>
        </pc:sldMkLst>
        <pc:spChg chg="del">
          <ac:chgData name="Loner 03" userId="146907e377e94744" providerId="LiveId" clId="{97F4F23F-319C-4BFF-9AD2-E0DDF00ACD0A}" dt="2026-02-02T06:14:51.394" v="76"/>
          <ac:spMkLst>
            <pc:docMk/>
            <pc:sldMk cId="475169642" sldId="415"/>
            <ac:spMk id="2" creationId="{0E342B0C-AAF0-6436-52CD-D0E580A357C4}"/>
          </ac:spMkLst>
        </pc:spChg>
        <pc:spChg chg="mod">
          <ac:chgData name="Loner 03" userId="146907e377e94744" providerId="LiveId" clId="{97F4F23F-319C-4BFF-9AD2-E0DDF00ACD0A}" dt="2026-02-02T06:14:25.705" v="75"/>
          <ac:spMkLst>
            <pc:docMk/>
            <pc:sldMk cId="475169642" sldId="415"/>
            <ac:spMk id="3" creationId="{D83A129F-5B27-39D9-3B0A-12D80D7192F0}"/>
          </ac:spMkLst>
        </pc:spChg>
        <pc:spChg chg="add mod">
          <ac:chgData name="Loner 03" userId="146907e377e94744" providerId="LiveId" clId="{97F4F23F-319C-4BFF-9AD2-E0DDF00ACD0A}" dt="2026-02-02T06:14:54.728" v="79" actId="20577"/>
          <ac:spMkLst>
            <pc:docMk/>
            <pc:sldMk cId="475169642" sldId="415"/>
            <ac:spMk id="6" creationId="{EAA36508-941D-A06B-5B5A-C94125D81C0F}"/>
          </ac:spMkLst>
        </pc:spChg>
        <pc:graphicFrameChg chg="add mod">
          <ac:chgData name="Loner 03" userId="146907e377e94744" providerId="LiveId" clId="{97F4F23F-319C-4BFF-9AD2-E0DDF00ACD0A}" dt="2026-02-02T06:13:16.266" v="38"/>
          <ac:graphicFrameMkLst>
            <pc:docMk/>
            <pc:sldMk cId="475169642" sldId="415"/>
            <ac:graphicFrameMk id="4" creationId="{73EA752E-5992-299E-343D-6D8C972BEF67}"/>
          </ac:graphicFrameMkLst>
        </pc:graphicFrameChg>
        <pc:graphicFrameChg chg="add mod">
          <ac:chgData name="Loner 03" userId="146907e377e94744" providerId="LiveId" clId="{97F4F23F-319C-4BFF-9AD2-E0DDF00ACD0A}" dt="2026-02-02T06:13:16.266" v="38"/>
          <ac:graphicFrameMkLst>
            <pc:docMk/>
            <pc:sldMk cId="475169642" sldId="415"/>
            <ac:graphicFrameMk id="5" creationId="{A597048A-A824-3B3D-2871-CDA4EE5ED04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D)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B) 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3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3960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31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c) 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70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A) 21</a:t>
            </a:r>
          </a:p>
          <a:p>
            <a:r>
              <a:rPr lang="en-IN" dirty="0"/>
              <a:t>        B) 441</a:t>
            </a:r>
          </a:p>
          <a:p>
            <a:r>
              <a:rPr lang="en-IN" dirty="0"/>
              <a:t>        C) 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69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C) 896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89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 : D) 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52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Ans: d</a:t>
            </a:r>
            <a:br>
              <a:rPr lang="en-IN" dirty="0"/>
            </a:br>
            <a:br>
              <a:rPr lang="en-IN" dirty="0"/>
            </a:br>
            <a:r>
              <a:rPr lang="en-US" dirty="0" err="1"/>
              <a:t>ncr</a:t>
            </a:r>
            <a:r>
              <a:rPr lang="en-US" dirty="0"/>
              <a:t> = n!/(n - r)! r!</a:t>
            </a:r>
          </a:p>
          <a:p>
            <a:r>
              <a:rPr lang="en-US" dirty="0"/>
              <a:t>=7C3 x 6C2 + 7C4 x 6C1 + 7C5 x 6Co</a:t>
            </a:r>
          </a:p>
          <a:p>
            <a:r>
              <a:rPr lang="en-US" dirty="0"/>
              <a:t>= 7!/(3! x 4!) x 6!/(2! x 4!) + 7!/(4! x 3!) x 6!/(1! x 5!) + 7!/(5! x 2!) x 6!/(6!x 0!)</a:t>
            </a:r>
          </a:p>
          <a:p>
            <a:r>
              <a:rPr lang="en-US" dirty="0"/>
              <a:t>=35×15+35×6+21</a:t>
            </a:r>
          </a:p>
          <a:p>
            <a:r>
              <a:rPr lang="en-US" dirty="0"/>
              <a:t>=735 + 21</a:t>
            </a:r>
          </a:p>
          <a:p>
            <a:r>
              <a:rPr lang="en-US"/>
              <a:t>=756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77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41B18-163E-B2F0-7412-2854EDBE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806" y="1998021"/>
            <a:ext cx="4834388" cy="286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52825C-1E0E-74DB-BB09-B21C6B47AD72}"/>
              </a:ext>
            </a:extLst>
          </p:cNvPr>
          <p:cNvSpPr/>
          <p:nvPr/>
        </p:nvSpPr>
        <p:spPr>
          <a:xfrm>
            <a:off x="0" y="-105508"/>
            <a:ext cx="12192000" cy="10667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36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8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algn="ctr"/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19300" y="1905000"/>
            <a:ext cx="81153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n!/r!(n-r)!,  when n&gt;r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0 ,  when n&lt;r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n = distinct object to choose from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Combination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spaces to fill (Where r can be replaced by k also)</a:t>
            </a:r>
          </a:p>
        </p:txBody>
      </p:sp>
    </p:spTree>
    <p:extLst>
      <p:ext uri="{BB962C8B-B14F-4D97-AF65-F5344CB8AC3E}">
        <p14:creationId xmlns:p14="http://schemas.microsoft.com/office/powerpoint/2010/main" val="422817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8AC9-CE54-07B7-AF1C-D728B8EED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28 handshakes were exchanged at the conclusion of 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party. Assuming that each participant was equally polite towards all the others, the number of people present was: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796F1E-9BB8-7891-8466-42313894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347669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013F55-EA79-4478-F122-8A22B73A0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626225"/>
            <a:ext cx="3685447" cy="177093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1C4138-FC09-7AE6-03ED-949EFB73F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733800"/>
            <a:ext cx="2833188" cy="2438400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7C7C3695-F40C-8408-A3E4-39E641C2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7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C9738-AA0A-EE2F-0638-2512A442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new year day every student of a class sends a card to every other student. The postman delivers 600 cards. How many students are there in the class?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13C9AC-07BB-E20F-AA8E-C99FC25C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388880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E3A953-36D5-0342-B2ED-4A3A0BA5A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438400"/>
            <a:ext cx="5630594" cy="251392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E471E45-5F6C-3840-59C5-7CFDBC44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6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E445-411D-72CD-C6E0-80EA0176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can a student choose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5 courses if 9 courses are available and 2 specific course are compulsory for every student?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B51DB0-5A1F-49B8-D6A2-9F4D129E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137966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40B7E1-DB7D-098A-B3A4-E31937BB0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547" y="2298837"/>
            <a:ext cx="5468905" cy="293784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A9786-7F9E-1D82-EA57-A08E6C61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2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F5827-83C3-AA3E-BF18-B53D3E874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can one select a cricket team of eleven from 17 players in which only 5 persons can bowl if each cricket team of 11 must include exactly 4 bowlers 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4040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5100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3850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268CC-2089-18C7-47B3-267D3C26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96940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945102-0470-552D-B563-0961E23D5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76400"/>
            <a:ext cx="6248971" cy="47244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FB0DC97-236E-765E-96F7-019C4353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6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00AA-6635-9BD8-A371-3E3E8D46E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touring cricket team there are 16 players in all including 5 bowlers and 2 wicket-keepers. How many teams of 11 players from these, can be chosen, so as to include three bowlers and one wicket keeper?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5D2339-F3A1-8FDF-94FE-0386808B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70078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FD9016-46B3-42AD-1390-9258E3187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600200"/>
            <a:ext cx="6834302" cy="498316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6C2E426-B6D4-81BE-D63E-BCAB2481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11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7C70B-7F27-22EF-719C-354D592CC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13 cricket players 4 are bowlers, then how many ways can form a cricket team of 11 players in which at least 2 bowlers included?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95BEC2-41EC-66F7-4EF2-EAA86999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</a:p>
        </p:txBody>
      </p:sp>
    </p:spTree>
    <p:extLst>
      <p:ext uri="{BB962C8B-B14F-4D97-AF65-F5344CB8AC3E}">
        <p14:creationId xmlns:p14="http://schemas.microsoft.com/office/powerpoint/2010/main" val="184948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195161-36C6-75C5-0BA9-324DFB6BB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33560"/>
            <a:ext cx="10406824" cy="289028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DF33A6-B487-81B7-6262-F40ADF5E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768084-801B-1ECB-8C0B-17A812191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295570"/>
            <a:ext cx="381053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41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3428-056D-0A14-9BD7-BD9DF7355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consists of 4 girls and 7 boys. In how many ways can a team of 5 members be selected?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if the team has no girl.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At least one boy and one girl?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At least 3 girls?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90B441-104B-E487-87AA-1C59DDA56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</a:p>
        </p:txBody>
      </p:sp>
    </p:spTree>
    <p:extLst>
      <p:ext uri="{BB962C8B-B14F-4D97-AF65-F5344CB8AC3E}">
        <p14:creationId xmlns:p14="http://schemas.microsoft.com/office/powerpoint/2010/main" val="129117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561B2C-1136-2705-EA08-3CED3B68D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83" y="2743200"/>
            <a:ext cx="9749634" cy="185380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FC7F9F-BDD0-1C26-CB5D-0FA22968C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62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90D2EF-A2A0-C952-87BB-8A1DAA4CE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853" y="1828800"/>
            <a:ext cx="9144293" cy="452596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2793DE-61F1-ABD6-8831-A92CC8D0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13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40EAD-B62A-A8EE-03C9-B7894B223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96" y="2133600"/>
            <a:ext cx="4706007" cy="320084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8938DC-2230-F143-BA8D-05BCE947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997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CC943-9EAC-A417-0CD8-A157805BA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can 6 persons be selected from 4 officers and 8 constables, if at least one officer is to be included?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672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429777-880C-FCA9-5D50-51B8D031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8</a:t>
            </a:r>
          </a:p>
        </p:txBody>
      </p:sp>
    </p:spTree>
    <p:extLst>
      <p:ext uri="{BB962C8B-B14F-4D97-AF65-F5344CB8AC3E}">
        <p14:creationId xmlns:p14="http://schemas.microsoft.com/office/powerpoint/2010/main" val="354455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4ECA02-4BCC-EE35-4E6A-B22DBFCCB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86000"/>
            <a:ext cx="10972800" cy="3266759"/>
          </a:xfr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3015A59-3B2D-60F4-05B1-33686DDD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91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CAC7-18D1-693E-10E9-AE261A201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different committees of 5 can be formed from 6 men and 4 women on which exactly 3 men and 2 women serve?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514350" indent="-514350">
              <a:buAutoNum type="alphaU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E1D6C1-7D86-0889-E985-8C1E2C51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9</a:t>
            </a:r>
          </a:p>
        </p:txBody>
      </p:sp>
    </p:spTree>
    <p:extLst>
      <p:ext uri="{BB962C8B-B14F-4D97-AF65-F5344CB8AC3E}">
        <p14:creationId xmlns:p14="http://schemas.microsoft.com/office/powerpoint/2010/main" val="1621316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129F-5B27-39D9-3B0A-12D80D719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a group of 7 men and 6 women, 5 persons are to be selected to form a committee, with at least 3 men on it. In how many ways can it be done?</a:t>
            </a:r>
          </a:p>
          <a:p>
            <a:pPr marL="514350" indent="-514350">
              <a:buAutoNum type="arabicPeriod"/>
            </a:pPr>
            <a:r>
              <a:rPr lang="en-US" dirty="0"/>
              <a:t>645</a:t>
            </a:r>
          </a:p>
          <a:p>
            <a:pPr marL="514350" indent="-514350">
              <a:buAutoNum type="arabicPeriod"/>
            </a:pPr>
            <a:r>
              <a:rPr lang="en-US" dirty="0"/>
              <a:t>564</a:t>
            </a:r>
          </a:p>
          <a:p>
            <a:pPr marL="514350" indent="-514350">
              <a:buAutoNum type="arabicPeriod"/>
            </a:pPr>
            <a:r>
              <a:rPr lang="en-US" dirty="0"/>
              <a:t>735</a:t>
            </a:r>
          </a:p>
          <a:p>
            <a:pPr marL="514350" indent="-514350">
              <a:buAutoNum type="arabicPeriod"/>
            </a:pPr>
            <a:r>
              <a:rPr lang="en-US" dirty="0"/>
              <a:t>756</a:t>
            </a:r>
            <a:endParaRPr lang="en-IN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AA36508-941D-A06B-5B5A-C94125D8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10</a:t>
            </a:r>
          </a:p>
        </p:txBody>
      </p:sp>
    </p:spTree>
    <p:extLst>
      <p:ext uri="{BB962C8B-B14F-4D97-AF65-F5344CB8AC3E}">
        <p14:creationId xmlns:p14="http://schemas.microsoft.com/office/powerpoint/2010/main" val="475169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chemeClr val="accent1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chemeClr val="accent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66969" y="2289411"/>
            <a:ext cx="4225031" cy="4615403"/>
            <a:chOff x="7966969" y="2260887"/>
            <a:chExt cx="4225031" cy="4615403"/>
          </a:xfrm>
        </p:grpSpPr>
        <p:sp>
          <p:nvSpPr>
            <p:cNvPr id="3" name="Isosceles Triangle 2"/>
            <p:cNvSpPr/>
            <p:nvPr/>
          </p:nvSpPr>
          <p:spPr>
            <a:xfrm>
              <a:off x="8807355" y="4597114"/>
              <a:ext cx="3384645" cy="227917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Isosceles Triangle 3"/>
            <p:cNvSpPr/>
            <p:nvPr/>
          </p:nvSpPr>
          <p:spPr>
            <a:xfrm rot="16200000">
              <a:off x="7780928" y="2446928"/>
              <a:ext cx="4597113" cy="422503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5603733"/>
            <a:ext cx="2057400" cy="1217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3520</TotalTime>
  <Words>594</Words>
  <Application>Microsoft Office PowerPoint</Application>
  <PresentationFormat>Widescreen</PresentationFormat>
  <Paragraphs>115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Nunito Sans</vt:lpstr>
      <vt:lpstr>Calibri</vt:lpstr>
      <vt:lpstr>Times New Roman</vt:lpstr>
      <vt:lpstr>Office Theme</vt:lpstr>
      <vt:lpstr>PowerPoint Presentation</vt:lpstr>
      <vt:lpstr>PowerPoint Presentation</vt:lpstr>
      <vt:lpstr>Question 1</vt:lpstr>
      <vt:lpstr>ANSWER</vt:lpstr>
      <vt:lpstr>Question 2</vt:lpstr>
      <vt:lpstr>ANSWER</vt:lpstr>
      <vt:lpstr>Question 3</vt:lpstr>
      <vt:lpstr>ANSWER</vt:lpstr>
      <vt:lpstr>Question 4</vt:lpstr>
      <vt:lpstr>ANSWER</vt:lpstr>
      <vt:lpstr>Question 5</vt:lpstr>
      <vt:lpstr>ANSWER</vt:lpstr>
      <vt:lpstr>Question 6</vt:lpstr>
      <vt:lpstr>ANSWER</vt:lpstr>
      <vt:lpstr>Question 7</vt:lpstr>
      <vt:lpstr>ANSWER</vt:lpstr>
      <vt:lpstr>ANSWER</vt:lpstr>
      <vt:lpstr>ANSWER</vt:lpstr>
      <vt:lpstr>Question 8</vt:lpstr>
      <vt:lpstr>ANSWER</vt:lpstr>
      <vt:lpstr>Question 9</vt:lpstr>
      <vt:lpstr>Question 10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FACE-45</dc:creator>
  <cp:lastModifiedBy>Loner 03</cp:lastModifiedBy>
  <cp:revision>290</cp:revision>
  <dcterms:created xsi:type="dcterms:W3CDTF">2006-08-16T00:00:00Z</dcterms:created>
  <dcterms:modified xsi:type="dcterms:W3CDTF">2026-02-02T06:16:45Z</dcterms:modified>
</cp:coreProperties>
</file>