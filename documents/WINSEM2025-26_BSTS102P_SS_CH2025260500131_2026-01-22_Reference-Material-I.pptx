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1"/>
  </p:notesMasterIdLst>
  <p:sldIdLst>
    <p:sldId id="371" r:id="rId2"/>
    <p:sldId id="412" r:id="rId3"/>
    <p:sldId id="411" r:id="rId4"/>
    <p:sldId id="301" r:id="rId5"/>
    <p:sldId id="302" r:id="rId6"/>
    <p:sldId id="273" r:id="rId7"/>
    <p:sldId id="280" r:id="rId8"/>
    <p:sldId id="275" r:id="rId9"/>
    <p:sldId id="276" r:id="rId10"/>
    <p:sldId id="413" r:id="rId11"/>
    <p:sldId id="373" r:id="rId12"/>
    <p:sldId id="385" r:id="rId13"/>
    <p:sldId id="387" r:id="rId14"/>
    <p:sldId id="386" r:id="rId15"/>
    <p:sldId id="388" r:id="rId16"/>
    <p:sldId id="389" r:id="rId17"/>
    <p:sldId id="390" r:id="rId18"/>
    <p:sldId id="393" r:id="rId19"/>
    <p:sldId id="394" r:id="rId20"/>
    <p:sldId id="395" r:id="rId21"/>
    <p:sldId id="397" r:id="rId22"/>
    <p:sldId id="398" r:id="rId23"/>
    <p:sldId id="399" r:id="rId24"/>
    <p:sldId id="400" r:id="rId25"/>
    <p:sldId id="401" r:id="rId26"/>
    <p:sldId id="402" r:id="rId27"/>
    <p:sldId id="405" r:id="rId28"/>
    <p:sldId id="406" r:id="rId29"/>
    <p:sldId id="408" r:id="rId30"/>
    <p:sldId id="409" r:id="rId31"/>
    <p:sldId id="259" r:id="rId32"/>
    <p:sldId id="410" r:id="rId33"/>
    <p:sldId id="298" r:id="rId34"/>
    <p:sldId id="257" r:id="rId35"/>
    <p:sldId id="260" r:id="rId36"/>
    <p:sldId id="261" r:id="rId37"/>
    <p:sldId id="278" r:id="rId38"/>
    <p:sldId id="264" r:id="rId39"/>
    <p:sldId id="289" r:id="rId40"/>
  </p:sldIdLst>
  <p:sldSz cx="12192000" cy="6858000"/>
  <p:notesSz cx="6858000" cy="9144000"/>
  <p:embeddedFontLst>
    <p:embeddedFont>
      <p:font typeface="Nunito Sans" pitchFamily="2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07F7C-3407-4E06-A3A5-97D131A40B6A}" v="9" dt="2026-02-02T06:49:11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5072" autoAdjust="0"/>
  </p:normalViewPr>
  <p:slideViewPr>
    <p:cSldViewPr>
      <p:cViewPr varScale="1">
        <p:scale>
          <a:sx n="53" d="100"/>
          <a:sy n="53" d="100"/>
        </p:scale>
        <p:origin x="160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39" d="100"/>
          <a:sy n="39" d="100"/>
        </p:scale>
        <p:origin x="232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er 03" userId="146907e377e94744" providerId="LiveId" clId="{97F4F23F-319C-4BFF-9AD2-E0DDF00ACD0A}"/>
    <pc:docChg chg="undo custSel addSld delSld modSld">
      <pc:chgData name="Loner 03" userId="146907e377e94744" providerId="LiveId" clId="{97F4F23F-319C-4BFF-9AD2-E0DDF00ACD0A}" dt="2026-02-02T06:50:47.870" v="242" actId="20577"/>
      <pc:docMkLst>
        <pc:docMk/>
      </pc:docMkLst>
      <pc:sldChg chg="add modNotesTx">
        <pc:chgData name="Loner 03" userId="146907e377e94744" providerId="LiveId" clId="{97F4F23F-319C-4BFF-9AD2-E0DDF00ACD0A}" dt="2026-02-02T06:45:58.576" v="139" actId="6549"/>
        <pc:sldMkLst>
          <pc:docMk/>
          <pc:sldMk cId="2560987054" sldId="257"/>
        </pc:sldMkLst>
      </pc:sldChg>
      <pc:sldChg chg="modSp add mod modNotesTx">
        <pc:chgData name="Loner 03" userId="146907e377e94744" providerId="LiveId" clId="{97F4F23F-319C-4BFF-9AD2-E0DDF00ACD0A}" dt="2026-02-02T06:45:47.896" v="136" actId="20577"/>
        <pc:sldMkLst>
          <pc:docMk/>
          <pc:sldMk cId="1344652117" sldId="260"/>
        </pc:sldMkLst>
        <pc:spChg chg="mod">
          <ac:chgData name="Loner 03" userId="146907e377e94744" providerId="LiveId" clId="{97F4F23F-319C-4BFF-9AD2-E0DDF00ACD0A}" dt="2026-02-02T06:44:49.014" v="128" actId="20577"/>
          <ac:spMkLst>
            <pc:docMk/>
            <pc:sldMk cId="1344652117" sldId="260"/>
            <ac:spMk id="4" creationId="{00000000-0000-0000-0000-000000000000}"/>
          </ac:spMkLst>
        </pc:spChg>
      </pc:sldChg>
      <pc:sldChg chg="modSp add mod">
        <pc:chgData name="Loner 03" userId="146907e377e94744" providerId="LiveId" clId="{97F4F23F-319C-4BFF-9AD2-E0DDF00ACD0A}" dt="2026-02-02T06:45:31.291" v="133" actId="5793"/>
        <pc:sldMkLst>
          <pc:docMk/>
          <pc:sldMk cId="3970405173" sldId="261"/>
        </pc:sldMkLst>
        <pc:spChg chg="mod">
          <ac:chgData name="Loner 03" userId="146907e377e94744" providerId="LiveId" clId="{97F4F23F-319C-4BFF-9AD2-E0DDF00ACD0A}" dt="2026-02-02T06:45:31.291" v="133" actId="5793"/>
          <ac:spMkLst>
            <pc:docMk/>
            <pc:sldMk cId="3970405173" sldId="261"/>
            <ac:spMk id="3" creationId="{00000000-0000-0000-0000-000000000000}"/>
          </ac:spMkLst>
        </pc:spChg>
        <pc:spChg chg="mod">
          <ac:chgData name="Loner 03" userId="146907e377e94744" providerId="LiveId" clId="{97F4F23F-319C-4BFF-9AD2-E0DDF00ACD0A}" dt="2026-02-02T06:45:28.689" v="132" actId="20577"/>
          <ac:spMkLst>
            <pc:docMk/>
            <pc:sldMk cId="3970405173" sldId="261"/>
            <ac:spMk id="4" creationId="{00000000-0000-0000-0000-000000000000}"/>
          </ac:spMkLst>
        </pc:spChg>
      </pc:sldChg>
      <pc:sldChg chg="modSp add mod modNotesTx">
        <pc:chgData name="Loner 03" userId="146907e377e94744" providerId="LiveId" clId="{97F4F23F-319C-4BFF-9AD2-E0DDF00ACD0A}" dt="2026-02-02T06:50:47.870" v="242" actId="20577"/>
        <pc:sldMkLst>
          <pc:docMk/>
          <pc:sldMk cId="730659831" sldId="264"/>
        </pc:sldMkLst>
        <pc:spChg chg="mod">
          <ac:chgData name="Loner 03" userId="146907e377e94744" providerId="LiveId" clId="{97F4F23F-319C-4BFF-9AD2-E0DDF00ACD0A}" dt="2026-02-02T06:49:16.892" v="160" actId="20577"/>
          <ac:spMkLst>
            <pc:docMk/>
            <pc:sldMk cId="730659831" sldId="264"/>
            <ac:spMk id="4" creationId="{00000000-0000-0000-0000-000000000000}"/>
          </ac:spMkLst>
        </pc:spChg>
      </pc:sldChg>
      <pc:sldChg chg="modSp add del mod">
        <pc:chgData name="Loner 03" userId="146907e377e94744" providerId="LiveId" clId="{97F4F23F-319C-4BFF-9AD2-E0DDF00ACD0A}" dt="2026-02-02T06:49:30.243" v="161" actId="47"/>
        <pc:sldMkLst>
          <pc:docMk/>
          <pc:sldMk cId="32094740" sldId="266"/>
        </pc:sldMkLst>
        <pc:spChg chg="mod">
          <ac:chgData name="Loner 03" userId="146907e377e94744" providerId="LiveId" clId="{97F4F23F-319C-4BFF-9AD2-E0DDF00ACD0A}" dt="2026-02-02T06:46:39.165" v="152" actId="20577"/>
          <ac:spMkLst>
            <pc:docMk/>
            <pc:sldMk cId="32094740" sldId="266"/>
            <ac:spMk id="4" creationId="{00000000-0000-0000-0000-000000000000}"/>
          </ac:spMkLst>
        </pc:spChg>
      </pc:sldChg>
      <pc:sldChg chg="addSp modSp add mod">
        <pc:chgData name="Loner 03" userId="146907e377e94744" providerId="LiveId" clId="{97F4F23F-319C-4BFF-9AD2-E0DDF00ACD0A}" dt="2026-02-02T06:48:35.410" v="156"/>
        <pc:sldMkLst>
          <pc:docMk/>
          <pc:sldMk cId="2407013241" sldId="278"/>
        </pc:sldMkLst>
        <pc:spChg chg="add mod">
          <ac:chgData name="Loner 03" userId="146907e377e94744" providerId="LiveId" clId="{97F4F23F-319C-4BFF-9AD2-E0DDF00ACD0A}" dt="2026-02-02T06:46:33.568" v="149" actId="20577"/>
          <ac:spMkLst>
            <pc:docMk/>
            <pc:sldMk cId="2407013241" sldId="278"/>
            <ac:spMk id="2" creationId="{0723647F-3E48-4070-4530-DAD6BD7F9C85}"/>
          </ac:spMkLst>
        </pc:spChg>
        <pc:spChg chg="mod">
          <ac:chgData name="Loner 03" userId="146907e377e94744" providerId="LiveId" clId="{97F4F23F-319C-4BFF-9AD2-E0DDF00ACD0A}" dt="2026-02-02T06:46:20.553" v="146" actId="20577"/>
          <ac:spMkLst>
            <pc:docMk/>
            <pc:sldMk cId="2407013241" sldId="278"/>
            <ac:spMk id="3" creationId="{00000000-0000-0000-0000-000000000000}"/>
          </ac:spMkLst>
        </pc:spChg>
        <pc:spChg chg="add mod">
          <ac:chgData name="Loner 03" userId="146907e377e94744" providerId="LiveId" clId="{97F4F23F-319C-4BFF-9AD2-E0DDF00ACD0A}" dt="2026-02-02T06:48:31.661" v="154"/>
          <ac:spMkLst>
            <pc:docMk/>
            <pc:sldMk cId="2407013241" sldId="278"/>
            <ac:spMk id="4" creationId="{308D7A87-5285-7593-0BE6-8FD9C1009B58}"/>
          </ac:spMkLst>
        </pc:spChg>
        <pc:spChg chg="add mod">
          <ac:chgData name="Loner 03" userId="146907e377e94744" providerId="LiveId" clId="{97F4F23F-319C-4BFF-9AD2-E0DDF00ACD0A}" dt="2026-02-02T06:48:35.410" v="156"/>
          <ac:spMkLst>
            <pc:docMk/>
            <pc:sldMk cId="2407013241" sldId="278"/>
            <ac:spMk id="6" creationId="{EEBA8A56-E648-76F2-399B-2E3EF1F0F84F}"/>
          </ac:spMkLst>
        </pc:spChg>
      </pc:sldChg>
      <pc:sldChg chg="del">
        <pc:chgData name="Loner 03" userId="146907e377e94744" providerId="LiveId" clId="{97F4F23F-319C-4BFF-9AD2-E0DDF00ACD0A}" dt="2026-02-02T06:21:28.185" v="4" actId="47"/>
        <pc:sldMkLst>
          <pc:docMk/>
          <pc:sldMk cId="3206801587" sldId="358"/>
        </pc:sldMkLst>
      </pc:sldChg>
      <pc:sldChg chg="del">
        <pc:chgData name="Loner 03" userId="146907e377e94744" providerId="LiveId" clId="{97F4F23F-319C-4BFF-9AD2-E0DDF00ACD0A}" dt="2026-02-02T06:19:30.199" v="1" actId="47"/>
        <pc:sldMkLst>
          <pc:docMk/>
          <pc:sldMk cId="3404745009" sldId="372"/>
        </pc:sldMkLst>
      </pc:sldChg>
      <pc:sldChg chg="del">
        <pc:chgData name="Loner 03" userId="146907e377e94744" providerId="LiveId" clId="{97F4F23F-319C-4BFF-9AD2-E0DDF00ACD0A}" dt="2026-02-02T06:19:27.373" v="0" actId="47"/>
        <pc:sldMkLst>
          <pc:docMk/>
          <pc:sldMk cId="1584899791" sldId="374"/>
        </pc:sldMkLst>
      </pc:sldChg>
      <pc:sldChg chg="del">
        <pc:chgData name="Loner 03" userId="146907e377e94744" providerId="LiveId" clId="{97F4F23F-319C-4BFF-9AD2-E0DDF00ACD0A}" dt="2026-02-02T06:21:58.830" v="6" actId="47"/>
        <pc:sldMkLst>
          <pc:docMk/>
          <pc:sldMk cId="2178849494" sldId="375"/>
        </pc:sldMkLst>
      </pc:sldChg>
      <pc:sldChg chg="del">
        <pc:chgData name="Loner 03" userId="146907e377e94744" providerId="LiveId" clId="{97F4F23F-319C-4BFF-9AD2-E0DDF00ACD0A}" dt="2026-02-02T06:22:00.349" v="7" actId="47"/>
        <pc:sldMkLst>
          <pc:docMk/>
          <pc:sldMk cId="3185375942" sldId="376"/>
        </pc:sldMkLst>
      </pc:sldChg>
      <pc:sldChg chg="del">
        <pc:chgData name="Loner 03" userId="146907e377e94744" providerId="LiveId" clId="{97F4F23F-319C-4BFF-9AD2-E0DDF00ACD0A}" dt="2026-02-02T06:22:01.909" v="8" actId="47"/>
        <pc:sldMkLst>
          <pc:docMk/>
          <pc:sldMk cId="2261006640" sldId="377"/>
        </pc:sldMkLst>
      </pc:sldChg>
      <pc:sldChg chg="del">
        <pc:chgData name="Loner 03" userId="146907e377e94744" providerId="LiveId" clId="{97F4F23F-319C-4BFF-9AD2-E0DDF00ACD0A}" dt="2026-02-02T06:22:03.195" v="9" actId="47"/>
        <pc:sldMkLst>
          <pc:docMk/>
          <pc:sldMk cId="408153841" sldId="378"/>
        </pc:sldMkLst>
      </pc:sldChg>
      <pc:sldChg chg="del">
        <pc:chgData name="Loner 03" userId="146907e377e94744" providerId="LiveId" clId="{97F4F23F-319C-4BFF-9AD2-E0DDF00ACD0A}" dt="2026-02-02T06:22:05.150" v="10" actId="47"/>
        <pc:sldMkLst>
          <pc:docMk/>
          <pc:sldMk cId="2380673903" sldId="379"/>
        </pc:sldMkLst>
      </pc:sldChg>
      <pc:sldChg chg="del">
        <pc:chgData name="Loner 03" userId="146907e377e94744" providerId="LiveId" clId="{97F4F23F-319C-4BFF-9AD2-E0DDF00ACD0A}" dt="2026-02-02T06:22:06.906" v="11" actId="47"/>
        <pc:sldMkLst>
          <pc:docMk/>
          <pc:sldMk cId="292071753" sldId="380"/>
        </pc:sldMkLst>
      </pc:sldChg>
      <pc:sldChg chg="del">
        <pc:chgData name="Loner 03" userId="146907e377e94744" providerId="LiveId" clId="{97F4F23F-319C-4BFF-9AD2-E0DDF00ACD0A}" dt="2026-02-02T06:22:08.410" v="12" actId="47"/>
        <pc:sldMkLst>
          <pc:docMk/>
          <pc:sldMk cId="2155944518" sldId="381"/>
        </pc:sldMkLst>
      </pc:sldChg>
      <pc:sldChg chg="del">
        <pc:chgData name="Loner 03" userId="146907e377e94744" providerId="LiveId" clId="{97F4F23F-319C-4BFF-9AD2-E0DDF00ACD0A}" dt="2026-02-02T06:22:09.561" v="13" actId="47"/>
        <pc:sldMkLst>
          <pc:docMk/>
          <pc:sldMk cId="847598446" sldId="382"/>
        </pc:sldMkLst>
      </pc:sldChg>
      <pc:sldChg chg="del">
        <pc:chgData name="Loner 03" userId="146907e377e94744" providerId="LiveId" clId="{97F4F23F-319C-4BFF-9AD2-E0DDF00ACD0A}" dt="2026-02-02T06:22:11.022" v="14" actId="47"/>
        <pc:sldMkLst>
          <pc:docMk/>
          <pc:sldMk cId="4117252089" sldId="383"/>
        </pc:sldMkLst>
      </pc:sldChg>
      <pc:sldChg chg="del">
        <pc:chgData name="Loner 03" userId="146907e377e94744" providerId="LiveId" clId="{97F4F23F-319C-4BFF-9AD2-E0DDF00ACD0A}" dt="2026-02-02T06:24:45.227" v="30" actId="47"/>
        <pc:sldMkLst>
          <pc:docMk/>
          <pc:sldMk cId="4013814880" sldId="391"/>
        </pc:sldMkLst>
      </pc:sldChg>
      <pc:sldChg chg="del">
        <pc:chgData name="Loner 03" userId="146907e377e94744" providerId="LiveId" clId="{97F4F23F-319C-4BFF-9AD2-E0DDF00ACD0A}" dt="2026-02-02T06:24:47.865" v="31" actId="47"/>
        <pc:sldMkLst>
          <pc:docMk/>
          <pc:sldMk cId="2952737637" sldId="392"/>
        </pc:sldMkLst>
      </pc:sldChg>
      <pc:sldChg chg="modSp mod">
        <pc:chgData name="Loner 03" userId="146907e377e94744" providerId="LiveId" clId="{97F4F23F-319C-4BFF-9AD2-E0DDF00ACD0A}" dt="2026-02-02T06:24:53.244" v="33" actId="20577"/>
        <pc:sldMkLst>
          <pc:docMk/>
          <pc:sldMk cId="4244774925" sldId="393"/>
        </pc:sldMkLst>
        <pc:spChg chg="mod">
          <ac:chgData name="Loner 03" userId="146907e377e94744" providerId="LiveId" clId="{97F4F23F-319C-4BFF-9AD2-E0DDF00ACD0A}" dt="2026-02-02T06:24:53.244" v="33" actId="20577"/>
          <ac:spMkLst>
            <pc:docMk/>
            <pc:sldMk cId="4244774925" sldId="393"/>
            <ac:spMk id="4" creationId="{5F0C5AB5-8DD3-484B-DEA7-B64CCE2244FB}"/>
          </ac:spMkLst>
        </pc:spChg>
      </pc:sldChg>
      <pc:sldChg chg="modSp mod">
        <pc:chgData name="Loner 03" userId="146907e377e94744" providerId="LiveId" clId="{97F4F23F-319C-4BFF-9AD2-E0DDF00ACD0A}" dt="2026-02-02T06:25:05.148" v="35" actId="20577"/>
        <pc:sldMkLst>
          <pc:docMk/>
          <pc:sldMk cId="1660629418" sldId="394"/>
        </pc:sldMkLst>
        <pc:spChg chg="mod">
          <ac:chgData name="Loner 03" userId="146907e377e94744" providerId="LiveId" clId="{97F4F23F-319C-4BFF-9AD2-E0DDF00ACD0A}" dt="2026-02-02T06:25:05.148" v="35" actId="20577"/>
          <ac:spMkLst>
            <pc:docMk/>
            <pc:sldMk cId="1660629418" sldId="394"/>
            <ac:spMk id="4" creationId="{F744E727-816D-5829-EF69-56F027887DD1}"/>
          </ac:spMkLst>
        </pc:spChg>
      </pc:sldChg>
      <pc:sldChg chg="modSp del mod">
        <pc:chgData name="Loner 03" userId="146907e377e94744" providerId="LiveId" clId="{97F4F23F-319C-4BFF-9AD2-E0DDF00ACD0A}" dt="2026-02-02T06:25:48.088" v="40" actId="47"/>
        <pc:sldMkLst>
          <pc:docMk/>
          <pc:sldMk cId="854828995" sldId="396"/>
        </pc:sldMkLst>
        <pc:spChg chg="mod">
          <ac:chgData name="Loner 03" userId="146907e377e94744" providerId="LiveId" clId="{97F4F23F-319C-4BFF-9AD2-E0DDF00ACD0A}" dt="2026-02-02T06:25:11.557" v="37" actId="20577"/>
          <ac:spMkLst>
            <pc:docMk/>
            <pc:sldMk cId="854828995" sldId="396"/>
            <ac:spMk id="4" creationId="{3C0814CD-E628-57B0-CB70-4E6D918A1D89}"/>
          </ac:spMkLst>
        </pc:spChg>
      </pc:sldChg>
      <pc:sldChg chg="modSp mod">
        <pc:chgData name="Loner 03" userId="146907e377e94744" providerId="LiveId" clId="{97F4F23F-319C-4BFF-9AD2-E0DDF00ACD0A}" dt="2026-02-02T06:25:56.552" v="42" actId="20577"/>
        <pc:sldMkLst>
          <pc:docMk/>
          <pc:sldMk cId="2394347438" sldId="397"/>
        </pc:sldMkLst>
        <pc:spChg chg="mod">
          <ac:chgData name="Loner 03" userId="146907e377e94744" providerId="LiveId" clId="{97F4F23F-319C-4BFF-9AD2-E0DDF00ACD0A}" dt="2026-02-02T06:25:56.552" v="42" actId="20577"/>
          <ac:spMkLst>
            <pc:docMk/>
            <pc:sldMk cId="2394347438" sldId="397"/>
            <ac:spMk id="4" creationId="{CBA7FCFF-77D5-C48C-251B-72AB3D61F381}"/>
          </ac:spMkLst>
        </pc:spChg>
      </pc:sldChg>
      <pc:sldChg chg="modSp mod">
        <pc:chgData name="Loner 03" userId="146907e377e94744" providerId="LiveId" clId="{97F4F23F-319C-4BFF-9AD2-E0DDF00ACD0A}" dt="2026-02-02T06:26:03.320" v="44" actId="20577"/>
        <pc:sldMkLst>
          <pc:docMk/>
          <pc:sldMk cId="34275957" sldId="399"/>
        </pc:sldMkLst>
        <pc:spChg chg="mod">
          <ac:chgData name="Loner 03" userId="146907e377e94744" providerId="LiveId" clId="{97F4F23F-319C-4BFF-9AD2-E0DDF00ACD0A}" dt="2026-02-02T06:26:03.320" v="44" actId="20577"/>
          <ac:spMkLst>
            <pc:docMk/>
            <pc:sldMk cId="34275957" sldId="399"/>
            <ac:spMk id="4" creationId="{E4BAA2CE-28A4-15BB-3952-95E961BB5825}"/>
          </ac:spMkLst>
        </pc:spChg>
      </pc:sldChg>
      <pc:sldChg chg="modSp mod">
        <pc:chgData name="Loner 03" userId="146907e377e94744" providerId="LiveId" clId="{97F4F23F-319C-4BFF-9AD2-E0DDF00ACD0A}" dt="2026-02-02T06:26:11.916" v="47" actId="20577"/>
        <pc:sldMkLst>
          <pc:docMk/>
          <pc:sldMk cId="2533994687" sldId="401"/>
        </pc:sldMkLst>
        <pc:spChg chg="mod">
          <ac:chgData name="Loner 03" userId="146907e377e94744" providerId="LiveId" clId="{97F4F23F-319C-4BFF-9AD2-E0DDF00ACD0A}" dt="2026-02-02T06:26:11.916" v="47" actId="20577"/>
          <ac:spMkLst>
            <pc:docMk/>
            <pc:sldMk cId="2533994687" sldId="401"/>
            <ac:spMk id="4" creationId="{28FC5C5F-982E-8699-03A1-A81516573225}"/>
          </ac:spMkLst>
        </pc:spChg>
      </pc:sldChg>
      <pc:sldChg chg="del">
        <pc:chgData name="Loner 03" userId="146907e377e94744" providerId="LiveId" clId="{97F4F23F-319C-4BFF-9AD2-E0DDF00ACD0A}" dt="2026-02-02T06:21:26.502" v="3" actId="47"/>
        <pc:sldMkLst>
          <pc:docMk/>
          <pc:sldMk cId="774239790" sldId="403"/>
        </pc:sldMkLst>
      </pc:sldChg>
      <pc:sldChg chg="del">
        <pc:chgData name="Loner 03" userId="146907e377e94744" providerId="LiveId" clId="{97F4F23F-319C-4BFF-9AD2-E0DDF00ACD0A}" dt="2026-02-02T06:21:29.081" v="5" actId="47"/>
        <pc:sldMkLst>
          <pc:docMk/>
          <pc:sldMk cId="138325054" sldId="404"/>
        </pc:sldMkLst>
      </pc:sldChg>
      <pc:sldChg chg="modSp mod modNotesTx">
        <pc:chgData name="Loner 03" userId="146907e377e94744" providerId="LiveId" clId="{97F4F23F-319C-4BFF-9AD2-E0DDF00ACD0A}" dt="2026-02-02T06:26:19.479" v="48" actId="20577"/>
        <pc:sldMkLst>
          <pc:docMk/>
          <pc:sldMk cId="1922809317" sldId="405"/>
        </pc:sldMkLst>
        <pc:spChg chg="mod">
          <ac:chgData name="Loner 03" userId="146907e377e94744" providerId="LiveId" clId="{97F4F23F-319C-4BFF-9AD2-E0DDF00ACD0A}" dt="2026-02-02T06:23:07.862" v="21" actId="20577"/>
          <ac:spMkLst>
            <pc:docMk/>
            <pc:sldMk cId="1922809317" sldId="405"/>
            <ac:spMk id="3" creationId="{0E797AA7-5E31-9CDA-2935-94AD1817F7CF}"/>
          </ac:spMkLst>
        </pc:spChg>
        <pc:spChg chg="mod">
          <ac:chgData name="Loner 03" userId="146907e377e94744" providerId="LiveId" clId="{97F4F23F-319C-4BFF-9AD2-E0DDF00ACD0A}" dt="2026-02-02T06:26:19.479" v="48" actId="20577"/>
          <ac:spMkLst>
            <pc:docMk/>
            <pc:sldMk cId="1922809317" sldId="405"/>
            <ac:spMk id="4" creationId="{7025903B-7F2B-D682-16BC-57702B2BB985}"/>
          </ac:spMkLst>
        </pc:spChg>
      </pc:sldChg>
      <pc:sldChg chg="del">
        <pc:chgData name="Loner 03" userId="146907e377e94744" providerId="LiveId" clId="{97F4F23F-319C-4BFF-9AD2-E0DDF00ACD0A}" dt="2026-02-02T06:23:20.005" v="22" actId="47"/>
        <pc:sldMkLst>
          <pc:docMk/>
          <pc:sldMk cId="2204971992" sldId="407"/>
        </pc:sldMkLst>
      </pc:sldChg>
      <pc:sldChg chg="modSp mod">
        <pc:chgData name="Loner 03" userId="146907e377e94744" providerId="LiveId" clId="{97F4F23F-319C-4BFF-9AD2-E0DDF00ACD0A}" dt="2026-02-02T06:26:27.245" v="50" actId="20577"/>
        <pc:sldMkLst>
          <pc:docMk/>
          <pc:sldMk cId="3295616008" sldId="408"/>
        </pc:sldMkLst>
        <pc:spChg chg="mod">
          <ac:chgData name="Loner 03" userId="146907e377e94744" providerId="LiveId" clId="{97F4F23F-319C-4BFF-9AD2-E0DDF00ACD0A}" dt="2026-02-02T06:26:27.245" v="50" actId="20577"/>
          <ac:spMkLst>
            <pc:docMk/>
            <pc:sldMk cId="3295616008" sldId="408"/>
            <ac:spMk id="4" creationId="{DED0072F-D2A6-0601-0AED-682FDD5CC2DA}"/>
          </ac:spMkLst>
        </pc:spChg>
      </pc:sldChg>
      <pc:sldChg chg="modSp del mod">
        <pc:chgData name="Loner 03" userId="146907e377e94744" providerId="LiveId" clId="{97F4F23F-319C-4BFF-9AD2-E0DDF00ACD0A}" dt="2026-02-02T06:24:06.677" v="27" actId="47"/>
        <pc:sldMkLst>
          <pc:docMk/>
          <pc:sldMk cId="242583113" sldId="410"/>
        </pc:sldMkLst>
        <pc:spChg chg="mod">
          <ac:chgData name="Loner 03" userId="146907e377e94744" providerId="LiveId" clId="{97F4F23F-319C-4BFF-9AD2-E0DDF00ACD0A}" dt="2026-02-02T06:23:57.107" v="26" actId="20577"/>
          <ac:spMkLst>
            <pc:docMk/>
            <pc:sldMk cId="242583113" sldId="410"/>
            <ac:spMk id="4" creationId="{CC95A8D3-A354-6F25-C453-BA3C43B3005A}"/>
          </ac:spMkLst>
        </pc:spChg>
      </pc:sldChg>
      <pc:sldChg chg="delSp modSp new mod">
        <pc:chgData name="Loner 03" userId="146907e377e94744" providerId="LiveId" clId="{97F4F23F-319C-4BFF-9AD2-E0DDF00ACD0A}" dt="2026-02-02T06:43:08.452" v="74" actId="20577"/>
        <pc:sldMkLst>
          <pc:docMk/>
          <pc:sldMk cId="1765876337" sldId="410"/>
        </pc:sldMkLst>
        <pc:spChg chg="mod">
          <ac:chgData name="Loner 03" userId="146907e377e94744" providerId="LiveId" clId="{97F4F23F-319C-4BFF-9AD2-E0DDF00ACD0A}" dt="2026-02-02T06:43:08.452" v="74" actId="20577"/>
          <ac:spMkLst>
            <pc:docMk/>
            <pc:sldMk cId="1765876337" sldId="410"/>
            <ac:spMk id="2" creationId="{BFA30348-A85B-7C3D-E044-B2D0ED254054}"/>
          </ac:spMkLst>
        </pc:spChg>
        <pc:spChg chg="del">
          <ac:chgData name="Loner 03" userId="146907e377e94744" providerId="LiveId" clId="{97F4F23F-319C-4BFF-9AD2-E0DDF00ACD0A}" dt="2026-02-02T06:42:52.043" v="53" actId="478"/>
          <ac:spMkLst>
            <pc:docMk/>
            <pc:sldMk cId="1765876337" sldId="410"/>
            <ac:spMk id="3" creationId="{1CF65EE5-8DD7-89A2-047E-7C8AE6020A22}"/>
          </ac:spMkLst>
        </pc:spChg>
      </pc:sldChg>
      <pc:sldChg chg="del">
        <pc:chgData name="Loner 03" userId="146907e377e94744" providerId="LiveId" clId="{97F4F23F-319C-4BFF-9AD2-E0DDF00ACD0A}" dt="2026-02-02T06:24:07.391" v="28" actId="47"/>
        <pc:sldMkLst>
          <pc:docMk/>
          <pc:sldMk cId="483138772" sldId="411"/>
        </pc:sldMkLst>
      </pc:sldChg>
      <pc:sldChg chg="del">
        <pc:chgData name="Loner 03" userId="146907e377e94744" providerId="LiveId" clId="{97F4F23F-319C-4BFF-9AD2-E0DDF00ACD0A}" dt="2026-02-02T06:20:18.625" v="2" actId="47"/>
        <pc:sldMkLst>
          <pc:docMk/>
          <pc:sldMk cId="4146090907" sldId="4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dirty="0" err="1"/>
              <a:t>ans</a:t>
            </a:r>
            <a:r>
              <a:rPr lang="en-US" dirty="0"/>
              <a:t>: c</a:t>
            </a:r>
          </a:p>
          <a:p>
            <a:r>
              <a:rPr lang="en-US" dirty="0"/>
              <a:t>10P4 = 5040</a:t>
            </a:r>
          </a:p>
          <a:p>
            <a:r>
              <a:rPr lang="en-US" dirty="0"/>
              <a:t>10*9*8*7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6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b</a:t>
            </a:r>
          </a:p>
          <a:p>
            <a:r>
              <a:rPr lang="en-US" dirty="0"/>
              <a:t>45P1 = 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35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d</a:t>
            </a:r>
          </a:p>
          <a:p>
            <a:r>
              <a:rPr lang="en-US" dirty="0"/>
              <a:t>10^4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356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A</a:t>
            </a:r>
          </a:p>
          <a:p>
            <a:endParaRPr lang="en-US" dirty="0"/>
          </a:p>
          <a:p>
            <a:r>
              <a:rPr lang="en-US" dirty="0"/>
              <a:t>5c1 *4c1 =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434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B) 12</a:t>
            </a:r>
          </a:p>
          <a:p>
            <a:r>
              <a:rPr lang="en-IN" dirty="0"/>
              <a:t>First digit = 3 = 1 ways; last two digits must be 25,75 (for divisibility of 25)</a:t>
            </a:r>
          </a:p>
          <a:p>
            <a:pPr marL="685800" lvl="1" indent="-228600">
              <a:buAutoNum type="arabicPlain" startAt="3"/>
            </a:pPr>
            <a:r>
              <a:rPr lang="en-IN" dirty="0"/>
              <a:t>_	2	5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1 ways *4 ways 3w*1w = 12 w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88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625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36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00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192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32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720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38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A) 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48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A) 144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5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720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91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</a:t>
            </a:r>
            <a:r>
              <a:rPr lang="en-IN" b="0" dirty="0"/>
              <a:t>B) 96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59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A) 360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26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82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AB07-34B3-143E-FEF4-254E547E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8CDD6-8A30-0FE8-5737-A3B696752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21A9E-FB4F-B759-FF1F-E14230023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200" dirty="0"/>
              <a:t>Number of ways of distributing </a:t>
            </a:r>
            <a:r>
              <a:rPr lang="en-US" sz="1200" b="1" dirty="0">
                <a:solidFill>
                  <a:srgbClr val="FF0000"/>
                </a:solidFill>
              </a:rPr>
              <a:t>‘n’ identical things</a:t>
            </a:r>
            <a:r>
              <a:rPr lang="en-US" sz="1200" dirty="0"/>
              <a:t> among ‘r’ persons when each persons may get any no. of things is n+r-1Cr-1.</a:t>
            </a:r>
          </a:p>
          <a:p>
            <a:r>
              <a:rPr lang="en-US" sz="1200" dirty="0"/>
              <a:t>Here there are 20 identical things (1,1,…1 (20 times) to 4 different people. 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one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them can get any number of identical things.</a:t>
            </a:r>
            <a:endParaRPr lang="en-US" sz="1200" dirty="0"/>
          </a:p>
          <a:p>
            <a:pPr>
              <a:buFont typeface="Wingdings" pitchFamily="2" charset="2"/>
              <a:buNone/>
            </a:pPr>
            <a:r>
              <a:rPr lang="en-US" sz="1200" dirty="0"/>
              <a:t>20+4-1 C 4-1 = 23C3 = 23*22*21/1*2*3 = 23*11*7 = 1771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F8938-C7C3-809A-D6C5-FACD38D32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2AC8B-3132-4380-A1F7-3B44F4D79E05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507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80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255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3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Married couples means we have to arrange 10 peoples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 number of ways 1×8×1×6×1×4×1×2×1=384 Ways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246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 :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total number of distinct necklaces = (6-1)!/2 = 5!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120/2 = 60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935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(5 –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4!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24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875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(7 –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6!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720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4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03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b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people can arrange in (n-1)! = (5-1)! = 4!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ways these people can be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arranged =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080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41B18-163E-B2F0-7412-2854EDBE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806" y="1998021"/>
            <a:ext cx="4834388" cy="286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1AF8-8BCA-6231-E500-DF06F84F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C77F-8079-D147-AC0E-A2CBAAAD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Counting Principle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9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267" y="653143"/>
            <a:ext cx="10515600" cy="521902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Fundamental Counting Principle?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Counting Principle (often called the Multiplication Rule) is a way of finding how many possibilities can exist when combining choices, objects, or results. This is done by multiplying each total choice count from each group being combined.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55" y="5590901"/>
            <a:ext cx="2974542" cy="11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4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777240"/>
            <a:ext cx="10515600" cy="535400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principle of counting is a rule used to find the total number of outcomes possible in a given situation. Fundamental principle of counting can be classified into two types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Rule (AND rule)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Rule (OR rule)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Rule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certain work W can be completed by doing 2 tasks, first doing task A AND then doing task B.  A can be done in m ways and following that B can be done in n ways, then the number of ways of doing the work W is (m x n) ways.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55" y="5590901"/>
            <a:ext cx="2974542" cy="11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8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2960"/>
            <a:ext cx="10515600" cy="535400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Rule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work W can be completed by doing task A OR task B, and A can be done in m ways and B can be done in n ways (and both cannot occur simultaneously: in this case we call tasks A and B as mutually exclusive), then work W can be done in (m + n) ways.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let’s say that a person can travel from New Delhi to Noida in 3 different types of buses, and 2 different types of trains, so, he can complete the work of going from New Delhi to Noida in 3 + 2 = 5 ways (As work can be completed by going by bus (A) OR by going by train (B))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55" y="5590901"/>
            <a:ext cx="2974542" cy="11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1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515" y="1427238"/>
            <a:ext cx="9644742" cy="4199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door on a classroom requires entry of 4 digits. All digits must be numbers, but the digits can not be repeated. How many unique codes are possible?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362880 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40320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5040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57" y="6255657"/>
            <a:ext cx="1262743" cy="6023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80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Bakery has a selection of 20 different cupcakes,10 different donuts and 15 different muffins. If you are to select a tasty treat, how many different choice of sweets can you choose from?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7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4-digit ATM passwords are there? Assume you can repeat digits.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1050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35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have 5 of shirts and 4 of pants. In how many ways can you wear them?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16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12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15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5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AE4F-4946-60CA-F0DA-B0A0148B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1BBD-C167-1EDA-0564-541585D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972800" cy="1143000"/>
          </a:xfrm>
        </p:spPr>
        <p:txBody>
          <a:bodyPr/>
          <a:lstStyle/>
          <a:p>
            <a:r>
              <a:rPr lang="en-IN" b="1" dirty="0"/>
              <a:t>PERMUTATION</a:t>
            </a:r>
          </a:p>
        </p:txBody>
      </p:sp>
    </p:spTree>
    <p:extLst>
      <p:ext uri="{BB962C8B-B14F-4D97-AF65-F5344CB8AC3E}">
        <p14:creationId xmlns:p14="http://schemas.microsoft.com/office/powerpoint/2010/main" val="315537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52825C-1E0E-74DB-BB09-B21C6B47AD72}"/>
              </a:ext>
            </a:extLst>
          </p:cNvPr>
          <p:cNvSpPr/>
          <p:nvPr/>
        </p:nvSpPr>
        <p:spPr>
          <a:xfrm>
            <a:off x="0" y="-105508"/>
            <a:ext cx="12192000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FORMULA 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2800" y="1397674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n! /(n-r)!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object is 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 is 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selection of object to be 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7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382F0-C2E6-8122-0A7D-061C67E64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430000" cy="563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numbers can be made with the digits 3, 4, 5, 6, 7, 8 lying between 3000 and 4000 which are divisible by 5 while repetition of any digit is not allowed in any number?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BC9260-01E9-9CAC-8047-2C6ED28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2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427B18-4FAD-A906-D4CC-B20BE45D8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96" y="2057400"/>
            <a:ext cx="8387608" cy="356654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F6695D-2B93-AC4B-9B52-9B9E2E26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99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F894E-A85F-1300-8E2E-C3BD1E47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51815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5 digit numbers which are divisible by 4, with digits from the set{1,2,3,4,5} and the repetition of digits is allowed, is ________?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525</a:t>
            </a:r>
          </a:p>
          <a:p>
            <a:pPr marL="514350" indent="-514350">
              <a:buAutoNum type="alphaUcParenR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F2C23-2733-98E9-A614-D985F1C8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6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B6857-9F79-27C7-698F-73F3E4AF3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524000"/>
            <a:ext cx="7468131" cy="48768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646725D-D88B-0F02-DFE8-50F28371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49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807D-C7C2-7A46-44A5-6AB0F345A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1600201"/>
            <a:ext cx="10972800" cy="4983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the total number of 5-digit numbers which are divisible by 4 and the numbers are formed using the digits 1, 2, 3, 4, 5 and 6. No digit is repeated in the number. What is the value of N?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ED817F-F9F2-F371-EF9F-D9647C3A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337388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707C29-DBC2-6857-D45C-4F85E2C30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71" y="1676400"/>
            <a:ext cx="7016657" cy="507228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6824D3-5204-914E-0D7E-09A53E6F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1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1668-691A-D5AA-86DF-204208FE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words can be framed by the letter of the word MANISH?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0C5AB5-8DD3-484B-DEA7-B64CCE22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424477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218A-6DC6-E019-8FA2-8D257232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letters of the word RUMOUR can be arranged?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44E727-816D-5829-EF69-56F02788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1660629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0FE06-EEA4-F35B-2304-C1D6B7330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828800"/>
            <a:ext cx="3491579" cy="426192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184907-B795-1C83-9D7E-317DCBBC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19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2CFC-4BEF-1208-7255-716F0046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4 boys and 3 girls can be seated in a row so that they are alternate?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A7FCFF-77D5-C48C-251B-72AB3D61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</a:p>
        </p:txBody>
      </p:sp>
    </p:spTree>
    <p:extLst>
      <p:ext uri="{BB962C8B-B14F-4D97-AF65-F5344CB8AC3E}">
        <p14:creationId xmlns:p14="http://schemas.microsoft.com/office/powerpoint/2010/main" val="2394347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AEF7DB-5C6A-D74C-B0F4-360D2B119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23" y="1600200"/>
            <a:ext cx="8561770" cy="47244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607922D-C2F4-78CE-3121-8A43E140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3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30CF-CE77-F0E2-AE2A-ACA0B1789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words can be formed from the letters of the word ‘EQUATION’ without changing the relative order of vowels and consonant?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BAA2CE-28A4-15BB-3952-95E961BB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</a:p>
        </p:txBody>
      </p:sp>
    </p:spTree>
    <p:extLst>
      <p:ext uri="{BB962C8B-B14F-4D97-AF65-F5344CB8AC3E}">
        <p14:creationId xmlns:p14="http://schemas.microsoft.com/office/powerpoint/2010/main" val="34275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9F8107-4185-7534-305E-EB4B89105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79385"/>
            <a:ext cx="3781613" cy="48812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B1F84A-E0C3-38D5-DFBC-E236B7E4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215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3C3A-55A3-1364-8CA7-61A9EB2A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any ways can the letter of the word MONDAY be arranged? How many begin with M and don’t end with Y?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C5C5F-982E-8699-03A1-A8151657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8</a:t>
            </a:r>
          </a:p>
        </p:txBody>
      </p:sp>
    </p:spTree>
    <p:extLst>
      <p:ext uri="{BB962C8B-B14F-4D97-AF65-F5344CB8AC3E}">
        <p14:creationId xmlns:p14="http://schemas.microsoft.com/office/powerpoint/2010/main" val="2533994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E58752-355B-2A5B-876E-16B64BB9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524000"/>
            <a:ext cx="6869456" cy="51816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242C77-49D8-1105-DBC2-129D0DA3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782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97AA7-5E31-9CDA-2935-94AD1817F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can the letters of the word 'ARRANGE' be arranged? How many of these arrangements are in which two R's come together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25903B-7F2B-D682-16BC-57702B2BB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9</a:t>
            </a:r>
          </a:p>
        </p:txBody>
      </p:sp>
    </p:spTree>
    <p:extLst>
      <p:ext uri="{BB962C8B-B14F-4D97-AF65-F5344CB8AC3E}">
        <p14:creationId xmlns:p14="http://schemas.microsoft.com/office/powerpoint/2010/main" val="1922809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9E9E4-2F5D-0708-8CED-089DF9BD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9BE7125-A97B-568D-E479-17191C8F1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38400"/>
            <a:ext cx="8897194" cy="2743200"/>
          </a:xfrm>
        </p:spPr>
      </p:pic>
    </p:spTree>
    <p:extLst>
      <p:ext uri="{BB962C8B-B14F-4D97-AF65-F5344CB8AC3E}">
        <p14:creationId xmlns:p14="http://schemas.microsoft.com/office/powerpoint/2010/main" val="896730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E941-8F8E-F924-A956-07DFE03BB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what ways the letters of the word "PUZZLE" can be arranged to form the different new words so that the vowels always come together?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D0072F-D2A6-0601-0AED-682FDD5C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10</a:t>
            </a:r>
          </a:p>
        </p:txBody>
      </p:sp>
    </p:spTree>
    <p:extLst>
      <p:ext uri="{BB962C8B-B14F-4D97-AF65-F5344CB8AC3E}">
        <p14:creationId xmlns:p14="http://schemas.microsoft.com/office/powerpoint/2010/main" val="3295616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546EED-5B25-7187-E8A9-7C499760E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905000"/>
            <a:ext cx="5434338" cy="389993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6F2A151-368B-6293-9D00-4D7E547A5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89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0FA3-D47B-726B-8827-46FA30E2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0E0F-C2A1-F2B2-A5C5-CC9B82F7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6356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QUESTION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7EC5-F179-07A8-928E-E1509233A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number of non negative integral solutions of the equation a + b + c + d = 20 will be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1208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4042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1140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1771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endParaRPr lang="en-IN" dirty="0"/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4D0E5C6E-3757-B639-F5A8-EB47A49A4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47" y="42950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7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0348-A85B-7C3D-E044-B2D0ED25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972800" cy="1143000"/>
          </a:xfrm>
        </p:spPr>
        <p:txBody>
          <a:bodyPr/>
          <a:lstStyle/>
          <a:p>
            <a:r>
              <a:rPr lang="en-IN" b="1" dirty="0"/>
              <a:t>Circular Permutation</a:t>
            </a:r>
          </a:p>
        </p:txBody>
      </p:sp>
    </p:spTree>
    <p:extLst>
      <p:ext uri="{BB962C8B-B14F-4D97-AF65-F5344CB8AC3E}">
        <p14:creationId xmlns:p14="http://schemas.microsoft.com/office/powerpoint/2010/main" val="1765876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5008" y="367695"/>
            <a:ext cx="9775371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Permutation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arrangements are of many types, they range from linear to circular. Circular arrangements are the type of permutations where the people or things are organized in a circle. In other terms, this arrangement is said to be circular 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of Circular Permutations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numerous methods to organize different items along a stable (i.e., not able to chosen up out of the even and spun over) circle is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(n-1)!.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(n-1)! as a substitute for the normal factorial n! as all cyclic arrangements of items are equal since the circle can be swapped.</a:t>
            </a:r>
          </a:p>
          <a:p>
            <a:pPr>
              <a:defRPr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Number of arrangements possible = (n − 1)!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684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57" y="1589313"/>
            <a:ext cx="11567886" cy="442973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number of ways in which 5 married couples are seated on a Circular Round table if the spouses sit opposite to one another.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320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384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387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57" y="6255657"/>
            <a:ext cx="1262743" cy="6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87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necklace is made using 6 different colored beads. How many distinct necklaces can be formed by rearranging the beads?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52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Anuradha invited her 5 friends for dinner. In how many ways she can make them sit around a circular table?</a:t>
            </a:r>
            <a:endParaRPr lang="en-US" dirty="0"/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120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12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24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72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05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A gardener wants to plant some Neem trees around a circular pavement. He has 7 different sizes of Neem trees. In how many different ways can the Neem tree be planted?</a:t>
            </a:r>
            <a:endParaRPr lang="en-US" dirty="0"/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2520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2400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5040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720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23647F-3E48-4070-4530-DAD6BD7F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013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Five people are sitting on a round table for meeting. These are P, Q, R, S, and T. In how many ways these people can be seated?</a:t>
            </a:r>
          </a:p>
          <a:p>
            <a:pPr marL="514350" indent="-514350">
              <a:buAutoNum type="alphaLcParenR"/>
            </a:pPr>
            <a:r>
              <a:rPr lang="en-US" dirty="0"/>
              <a:t>17</a:t>
            </a:r>
          </a:p>
          <a:p>
            <a:pPr marL="514350" indent="-514350">
              <a:buAutoNum type="alphaLcParenR"/>
            </a:pPr>
            <a:r>
              <a:rPr lang="en-US" dirty="0"/>
              <a:t>24</a:t>
            </a:r>
          </a:p>
          <a:p>
            <a:pPr marL="514350" indent="-514350">
              <a:buAutoNum type="alphaLcParenR"/>
            </a:pPr>
            <a:r>
              <a:rPr lang="en-US" dirty="0"/>
              <a:t>4</a:t>
            </a:r>
          </a:p>
          <a:p>
            <a:pPr marL="514350" indent="-514350">
              <a:buAutoNum type="alphaLcParenR"/>
            </a:pPr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9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chemeClr val="accent1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chemeClr val="accent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66969" y="2289411"/>
            <a:ext cx="4225031" cy="4615403"/>
            <a:chOff x="7966969" y="2260887"/>
            <a:chExt cx="4225031" cy="4615403"/>
          </a:xfrm>
        </p:grpSpPr>
        <p:sp>
          <p:nvSpPr>
            <p:cNvPr id="3" name="Isosceles Triangle 2"/>
            <p:cNvSpPr/>
            <p:nvPr/>
          </p:nvSpPr>
          <p:spPr>
            <a:xfrm>
              <a:off x="8807355" y="4597114"/>
              <a:ext cx="3384645" cy="227917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Isosceles Triangle 3"/>
            <p:cNvSpPr/>
            <p:nvPr/>
          </p:nvSpPr>
          <p:spPr>
            <a:xfrm rot="16200000">
              <a:off x="7780928" y="2446928"/>
              <a:ext cx="4597113" cy="422503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5603733"/>
            <a:ext cx="2057400" cy="1217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1484</Words>
  <Application>Microsoft Office PowerPoint</Application>
  <PresentationFormat>Widescreen</PresentationFormat>
  <Paragraphs>238</Paragraphs>
  <Slides>39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Times New Roman</vt:lpstr>
      <vt:lpstr>Wingdings</vt:lpstr>
      <vt:lpstr>Nunito Sans</vt:lpstr>
      <vt:lpstr>Office Theme</vt:lpstr>
      <vt:lpstr>PowerPoint Presentation</vt:lpstr>
      <vt:lpstr>Fundamental Counting Principle</vt:lpstr>
      <vt:lpstr>PowerPoint Presentation</vt:lpstr>
      <vt:lpstr>PowerPoint Presentation</vt:lpstr>
      <vt:lpstr>PowerPoint Presentation</vt:lpstr>
      <vt:lpstr>QUESTION 1</vt:lpstr>
      <vt:lpstr>QUESTION 2</vt:lpstr>
      <vt:lpstr>QUESTION 3</vt:lpstr>
      <vt:lpstr>QUESTION 4</vt:lpstr>
      <vt:lpstr>PERMUTATION</vt:lpstr>
      <vt:lpstr>PowerPoint Presentation</vt:lpstr>
      <vt:lpstr>Question 1</vt:lpstr>
      <vt:lpstr>Answer</vt:lpstr>
      <vt:lpstr>Question 2</vt:lpstr>
      <vt:lpstr>Answer</vt:lpstr>
      <vt:lpstr>Question 3</vt:lpstr>
      <vt:lpstr>Answer</vt:lpstr>
      <vt:lpstr>Question 4</vt:lpstr>
      <vt:lpstr>Question 5</vt:lpstr>
      <vt:lpstr>Answer</vt:lpstr>
      <vt:lpstr>Question 6</vt:lpstr>
      <vt:lpstr>Answer</vt:lpstr>
      <vt:lpstr>Question 7</vt:lpstr>
      <vt:lpstr>Answer</vt:lpstr>
      <vt:lpstr>Question 8</vt:lpstr>
      <vt:lpstr>Answer</vt:lpstr>
      <vt:lpstr>Question 9</vt:lpstr>
      <vt:lpstr>Answer</vt:lpstr>
      <vt:lpstr>Question 10</vt:lpstr>
      <vt:lpstr>Answer</vt:lpstr>
      <vt:lpstr>QUESTION 10</vt:lpstr>
      <vt:lpstr>Circular Permutation</vt:lpstr>
      <vt:lpstr>PowerPoint Presentation</vt:lpstr>
      <vt:lpstr>QUESTION 1</vt:lpstr>
      <vt:lpstr>QUESTION 2</vt:lpstr>
      <vt:lpstr>QUESTION 3</vt:lpstr>
      <vt:lpstr>QUESTION 4</vt:lpstr>
      <vt:lpstr>QUESTION 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FACE-45</dc:creator>
  <cp:lastModifiedBy>Arun Kumaran Rengan</cp:lastModifiedBy>
  <cp:revision>303</cp:revision>
  <dcterms:created xsi:type="dcterms:W3CDTF">2006-08-16T00:00:00Z</dcterms:created>
  <dcterms:modified xsi:type="dcterms:W3CDTF">2026-02-11T03:22:05Z</dcterms:modified>
</cp:coreProperties>
</file>